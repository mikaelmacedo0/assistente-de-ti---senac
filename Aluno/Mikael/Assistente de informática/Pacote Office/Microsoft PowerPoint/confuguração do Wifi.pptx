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AC79A10-A230-451B-94FE-909A08FAF968}">
          <p14:sldIdLst>
            <p14:sldId id="256"/>
          </p14:sldIdLst>
        </p14:section>
        <p14:section name="Seção sem Título" id="{C2394D59-8402-4D65-A7C3-54D36B2CFACE}">
          <p14:sldIdLst>
            <p14:sldId id="257"/>
            <p14:sldId id="259"/>
            <p14:sldId id="258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4" d="100"/>
          <a:sy n="9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78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8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94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107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5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2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33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8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04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4186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54697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98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59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01290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611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82935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89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35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12535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9150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19183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584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933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53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259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37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9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8583A71-205C-403E-9B29-9739B2185DF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101DE7D-06B3-4A89-B70A-90AD1DC22E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143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gahitoyuki.com/2017/08/router-tethering-and-homenetwork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hyperlink" Target="https://creativecommons.org/licenses/by-nd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gahitoyuki.com/2017/08/router-tethering-and-homenetwork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hyperlink" Target="https://creativecommons.org/licenses/by-nd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59D9B-9C7E-D74E-AD52-C31FBFD6B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4000" y="609601"/>
            <a:ext cx="8950960" cy="3200400"/>
          </a:xfrm>
        </p:spPr>
        <p:txBody>
          <a:bodyPr>
            <a:normAutofit/>
          </a:bodyPr>
          <a:lstStyle/>
          <a:p>
            <a:r>
              <a:rPr lang="pt-BR" sz="5200" b="1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Assistente de tecnologia da Informação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0EFFAF-1750-FB2E-458D-F09D30153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Configuração do roteador D-Link DIR-610</a:t>
            </a:r>
          </a:p>
          <a:p>
            <a:r>
              <a:rPr lang="pt-BR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Aluno: Elenilson Melo Pereira</a:t>
            </a:r>
          </a:p>
          <a:p>
            <a:r>
              <a:rPr lang="pt-BR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Data: 18/09/2026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1726F8-878A-7E94-4026-A1C9FCD12A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18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0"/>
            <a:ext cx="1867580" cy="15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2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36CCB-48B0-50C0-FFAF-EEEF55637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863600"/>
            <a:ext cx="5151901" cy="2428240"/>
          </a:xfrm>
        </p:spPr>
        <p:txBody>
          <a:bodyPr>
            <a:normAutofit/>
          </a:bodyPr>
          <a:lstStyle/>
          <a:p>
            <a:r>
              <a:rPr lang="pt-BR" sz="4800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alatino Linotype" panose="02040502050505030304" pitchFamily="18" charset="0"/>
              </a:rPr>
              <a:t>Conhecendo o Equipamento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0642C9-893D-E99C-E0D1-B5C32053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102" y="2810193"/>
            <a:ext cx="5257799" cy="3189922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 D-Link DIR-R160</a:t>
            </a:r>
          </a:p>
          <a:p>
            <a:pPr marL="0" indent="0">
              <a:buNone/>
            </a:pPr>
            <a:r>
              <a:rPr lang="pt-BR" sz="1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É um roteador Windows wireless que utiliza a tecnologia  802.11n, proporcionando velocidades de ate 150 Mbps1. Aqui estão algumas capacitações e características principais: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A6F783-4BB9-7B5A-592B-03B916449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2644" y="1697066"/>
            <a:ext cx="3592309" cy="41563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1831FF2-CC51-3BF8-31D4-588801D85ADF}"/>
              </a:ext>
            </a:extLst>
          </p:cNvPr>
          <p:cNvSpPr txBox="1"/>
          <p:nvPr/>
        </p:nvSpPr>
        <p:spPr>
          <a:xfrm>
            <a:off x="0" y="5278138"/>
            <a:ext cx="10656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www.nagahitoyuki.com/2017/08/router-tethering-and-homenetwork.html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nd/3.0/"/>
              </a:rPr>
              <a:t>CC BY-ND</a:t>
            </a:r>
            <a:endParaRPr lang="pt-BR" sz="90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2F5AD0-6F1E-9F01-D6CE-D3B277C04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" y="-4445"/>
            <a:ext cx="1517409" cy="1271270"/>
          </a:xfrm>
          <a:prstGeom prst="rect">
            <a:avLst/>
          </a:prstGeom>
          <a:noFill/>
          <a:effectLst>
            <a:outerShdw blurRad="50800" dist="50800" dir="5400000" sx="88000" sy="88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58135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E58CA-691F-1654-4373-71134B190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774701"/>
            <a:ext cx="5640858" cy="2654300"/>
          </a:xfrm>
        </p:spPr>
        <p:txBody>
          <a:bodyPr>
            <a:normAutofit fontScale="90000"/>
          </a:bodyPr>
          <a:lstStyle/>
          <a:p>
            <a:r>
              <a:rPr lang="pt-B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Conhecendo o Equipamento (cont.)</a:t>
            </a:r>
            <a:br>
              <a:rPr lang="pt-B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5DE387-EE74-6942-28FF-261403CE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59" y="2876550"/>
            <a:ext cx="5096641" cy="3409951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D-Link DIR610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Velocidade de conexão: até 150 Mbps1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Portas Ethernet: quatro portas LAN ( 10/100 Mbps)2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Segurança: Suporta Criptografia WPA/W2 e WEP3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Repetidor:  Pode ampliar o alcance da rede sem fio1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IPv6 </a:t>
            </a:r>
            <a:r>
              <a:rPr lang="pt-BR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Ready</a:t>
            </a:r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 Pronto para novas conexões de internet</a:t>
            </a:r>
          </a:p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Garantia: Oferece garantia de fabrica de cinco anos </a:t>
            </a:r>
          </a:p>
          <a:p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F5FD8D-7B10-CEF3-5E20-459DF937E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3144" y="1697066"/>
            <a:ext cx="3592309" cy="41563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37A17F-6BB6-243B-3FDB-FD61F9E3EDEE}"/>
              </a:ext>
            </a:extLst>
          </p:cNvPr>
          <p:cNvSpPr txBox="1"/>
          <p:nvPr/>
        </p:nvSpPr>
        <p:spPr>
          <a:xfrm>
            <a:off x="190500" y="5278138"/>
            <a:ext cx="10656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www.nagahitoyuki.com/2017/08/router-tethering-and-homenetwork.html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nd/3.0/"/>
              </a:rPr>
              <a:t>CC BY-ND</a:t>
            </a:r>
            <a:endParaRPr lang="pt-BR" sz="9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A21A970-40F5-F437-3898-BF2F6E5BCE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-924"/>
            <a:ext cx="1524575" cy="1277274"/>
          </a:xfrm>
          <a:prstGeom prst="rect">
            <a:avLst/>
          </a:prstGeom>
          <a:noFill/>
          <a:effectLst>
            <a:outerShdw blurRad="50800" dist="50800" dir="5400000" sx="88000" sy="88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44374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0669-D14E-79E6-6DA4-A5113E008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7392" y="139700"/>
            <a:ext cx="7072208" cy="6718299"/>
          </a:xfrm>
        </p:spPr>
        <p:txBody>
          <a:bodyPr/>
          <a:lstStyle/>
          <a:p>
            <a:br>
              <a:rPr lang="pt-BR" sz="1400" dirty="0"/>
            </a:br>
            <a:br>
              <a:rPr lang="pt-BR" sz="1400" dirty="0"/>
            </a:br>
            <a:br>
              <a:rPr lang="pt-BR" sz="1400" dirty="0"/>
            </a:br>
            <a:br>
              <a:rPr lang="pt-BR" sz="1400" dirty="0"/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pt-BR" sz="48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Etapas de Configuração</a:t>
            </a:r>
            <a:br>
              <a:rPr lang="pt-BR" sz="48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pt-BR" sz="48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Roteador </a:t>
            </a:r>
            <a:br>
              <a:rPr lang="pt-BR" sz="48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 Ligue a fonte de alimentação do roteador na tomada </a:t>
            </a: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 .  Reset ( Roteador )</a:t>
            </a: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  Conectar o cabo da internet na porta WAN ( amarelo )</a:t>
            </a: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4.  Clique  o cabo TP na porta LAN do roteador ( Preta )</a:t>
            </a: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  A cesse o navegador  Google Chrome do seu computador </a:t>
            </a: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  Na barra de endereço digite  o IP: 192.168.0.1 e tecle </a:t>
            </a:r>
            <a:r>
              <a:rPr lang="pt-BR" sz="1400" b="1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pt-BR" sz="1400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endParaRPr lang="pt-BR" dirty="0"/>
          </a:p>
        </p:txBody>
      </p:sp>
      <p:pic>
        <p:nvPicPr>
          <p:cNvPr id="4" name="Imagem 3" descr="DIR-610 - D-Link">
            <a:extLst>
              <a:ext uri="{FF2B5EF4-FFF2-40B4-BE49-F238E27FC236}">
                <a16:creationId xmlns:a16="http://schemas.microsoft.com/office/drawing/2014/main" id="{60FC8988-AE6E-C6F9-4A7C-2BBDA136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1428749"/>
            <a:ext cx="3114675" cy="20669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Imagem 4" descr="Roteador Wireless N 150Mbps D-Link DIR-610 B1 - Ibyte">
            <a:extLst>
              <a:ext uri="{FF2B5EF4-FFF2-40B4-BE49-F238E27FC236}">
                <a16:creationId xmlns:a16="http://schemas.microsoft.com/office/drawing/2014/main" id="{53000A10-9C42-3298-FFE3-A791214A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8" y="3790951"/>
            <a:ext cx="3114675" cy="268019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249A1C6-A53D-2F15-6FCF-DDBC36FDFB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18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32519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1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4D45F-A3DE-4F17-9E93-F7CB6005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275" y="133351"/>
            <a:ext cx="7324725" cy="6829424"/>
          </a:xfrm>
        </p:spPr>
        <p:txBody>
          <a:bodyPr>
            <a:normAutofit/>
          </a:bodyPr>
          <a:lstStyle/>
          <a:p>
            <a: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Tela Inicial do D-Link</a:t>
            </a:r>
            <a:b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DIR 610</a:t>
            </a:r>
            <a:br>
              <a:rPr lang="pt-BR" sz="4800" dirty="0"/>
            </a:br>
            <a:br>
              <a:rPr lang="pt-BR" sz="1200" dirty="0"/>
            </a:br>
            <a:br>
              <a:rPr lang="pt-BR" sz="1200" dirty="0"/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Bem vindo ao assistente de configuração do roteador D-Link e conexão  com  a  internet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Passo 1 :  Configurar sua conexão de internet 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Passo 2 : Configurar sua  segurança de </a:t>
            </a:r>
            <a:r>
              <a:rPr lang="pt-BR" sz="1400" b="1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WI-fi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Passo 3 :  Defina sua senha 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Passo 4 : Selecione o seu fuso horário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passo 5 : Salvar as configurações 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    Clique no botão Próximo </a:t>
            </a:r>
            <a:br>
              <a:rPr lang="pt-BR" sz="12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endParaRPr lang="pt-BR" sz="1200" dirty="0"/>
          </a:p>
        </p:txBody>
      </p:sp>
      <p:pic>
        <p:nvPicPr>
          <p:cNvPr id="3" name="Imagem 2" descr="Roteador Wireless N 150Mbps D-Link DIR-610 B1 - Ibyte">
            <a:extLst>
              <a:ext uri="{FF2B5EF4-FFF2-40B4-BE49-F238E27FC236}">
                <a16:creationId xmlns:a16="http://schemas.microsoft.com/office/drawing/2014/main" id="{E9D7F804-5F5E-465C-4A9E-27735F99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9" y="2149079"/>
            <a:ext cx="3419474" cy="341947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494B814-4927-4466-5BD5-0D9094358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24000" cy="1276792"/>
          </a:xfrm>
          <a:prstGeom prst="rect">
            <a:avLst/>
          </a:prstGeom>
          <a:noFill/>
          <a:effectLst>
            <a:outerShdw blurRad="50800" dist="50800" dir="5400000" sx="88000" sy="88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400019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2279CB2-FB34-2575-3F14-EBE41378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518" y="962025"/>
            <a:ext cx="6433266" cy="56769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Configuração da rede WI-FI</a:t>
            </a:r>
            <a:b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br>
              <a:rPr lang="pt-BR" sz="4800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1.  Dê um nome a sua rede </a:t>
            </a:r>
            <a:r>
              <a:rPr lang="pt-BR" sz="1400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Wi-fi</a:t>
            </a: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 ( 8 a 64 caracteres  )</a:t>
            </a: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     Exemplo: </a:t>
            </a:r>
            <a:r>
              <a:rPr lang="pt-BR" sz="1400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DLinkZonaViva</a:t>
            </a: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2.  Dê a sua rede </a:t>
            </a:r>
            <a:r>
              <a:rPr lang="pt-BR" sz="1400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WI-fi</a:t>
            </a: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 uma senha  ( 8 a 63 caracteres )</a:t>
            </a: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     Exemplo: zona12345</a:t>
            </a: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b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</a:br>
            <a:r>
              <a:rPr lang="pt-BR" sz="1400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3. Clique no botão Próximo</a:t>
            </a:r>
            <a:br>
              <a:rPr lang="pt-BR" sz="14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br>
              <a:rPr lang="pt-BR" sz="4800" b="1" spc="0" dirty="0">
                <a:ln/>
                <a:solidFill>
                  <a:schemeClr val="accent3"/>
                </a:solidFill>
              </a:rPr>
            </a:br>
            <a:endParaRPr lang="pt-BR" sz="4800" b="1" spc="0" dirty="0">
              <a:ln/>
              <a:solidFill>
                <a:schemeClr val="accent3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50A0F59-9AA1-6B16-EF74-4B64387BB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24000" cy="1276792"/>
          </a:xfrm>
          <a:prstGeom prst="rect">
            <a:avLst/>
          </a:prstGeom>
          <a:noFill/>
          <a:effectLst>
            <a:outerShdw blurRad="50800" dist="50800" dir="5400000" sx="88000" sy="88000" algn="ctr" rotWithShape="0">
              <a:srgbClr val="000000"/>
            </a:outerShdw>
          </a:effectLst>
        </p:spPr>
      </p:pic>
      <p:pic>
        <p:nvPicPr>
          <p:cNvPr id="14" name="Imagem 13" descr="Símbolo Wifi Roxo Sobre Fundo Roxo. Renderização 3D Mínima Do ícone De  Conexão Sem Fio. Símbolo Conceitual De Rede Técnica Ideal Ilustração Stock  - Ilustração de fundo, sinal: 387091976">
            <a:extLst>
              <a:ext uri="{FF2B5EF4-FFF2-40B4-BE49-F238E27FC236}">
                <a16:creationId xmlns:a16="http://schemas.microsoft.com/office/drawing/2014/main" id="{BF5CEF9C-D141-CB87-4E80-780E231A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7" y="1733550"/>
            <a:ext cx="4656318" cy="432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7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ED86A-A4D2-D483-E945-1E54527E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0" y="397029"/>
            <a:ext cx="6985542" cy="6356195"/>
          </a:xfrm>
        </p:spPr>
        <p:txBody>
          <a:bodyPr>
            <a:normAutofit fontScale="90000"/>
          </a:bodyPr>
          <a:lstStyle/>
          <a:p>
            <a: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Configurações da rede </a:t>
            </a:r>
            <a:b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WI-FI ( senha roteador )</a:t>
            </a:r>
            <a:br>
              <a:rPr lang="pt-BR" sz="48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48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1.  Digite a Senha: 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Exemplo: zonz1245@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2.  Redigite a senha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Exemplo: zonz1245@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3.  Clique no Botão Próximo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4.  selecione o fuso horário: (GMT 06:00) Brasília 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5.  Clique no botão Próximo</a:t>
            </a: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pt-BR" sz="1600" b="1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6.  Salvar</a:t>
            </a:r>
            <a:br>
              <a:rPr lang="pt-BR" sz="4800" dirty="0"/>
            </a:br>
            <a:br>
              <a:rPr lang="pt-BR" sz="4800" dirty="0"/>
            </a:br>
            <a:endParaRPr lang="pt-BR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B1D936-A471-B87B-95B8-174DDFB2B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1276792"/>
          </a:xfrm>
          <a:prstGeom prst="rect">
            <a:avLst/>
          </a:prstGeom>
          <a:noFill/>
          <a:effectLst>
            <a:outerShdw blurRad="50800" dist="50800" dir="5400000" sx="88000" sy="88000" algn="ctr" rotWithShape="0">
              <a:srgbClr val="000000"/>
            </a:outerShdw>
          </a:effectLst>
        </p:spPr>
      </p:pic>
      <p:pic>
        <p:nvPicPr>
          <p:cNvPr id="6" name="Imagem 5" descr="Roteador Wireless N 150Mbps D-Link DIR-610 B1 - Ibyte">
            <a:extLst>
              <a:ext uri="{FF2B5EF4-FFF2-40B4-BE49-F238E27FC236}">
                <a16:creationId xmlns:a16="http://schemas.microsoft.com/office/drawing/2014/main" id="{6B5829FE-A69A-1F21-14DE-061058F8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9" y="2149079"/>
            <a:ext cx="3419474" cy="341947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2634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B73D-66B7-66D1-9360-D8A53887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0" y="274319"/>
            <a:ext cx="6827520" cy="5432105"/>
          </a:xfrm>
        </p:spPr>
        <p:txBody>
          <a:bodyPr/>
          <a:lstStyle/>
          <a:p>
            <a: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Definição dos </a:t>
            </a:r>
            <a:b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números de </a:t>
            </a:r>
            <a:r>
              <a:rPr lang="pt-BR" sz="4800" b="1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Ips</a:t>
            </a:r>
            <a: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ATIVO.</a:t>
            </a:r>
            <a:br>
              <a:rPr lang="pt-BR" sz="48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br>
              <a:rPr lang="pt-BR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br>
              <a:rPr lang="pt-BR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  Clique em configuração da rede, defina o intervalo de endereços </a:t>
            </a:r>
            <a:r>
              <a:rPr lang="pt-BR" sz="1400" b="1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Ips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(DHCP)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exemplo: 100 até 203</a:t>
            </a: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b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1400" b="1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  Salvar configurações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Imagem 4" descr="Roteador Wireless N 150Mbps D-Link DIR-610 B1 - Ibyte">
            <a:extLst>
              <a:ext uri="{FF2B5EF4-FFF2-40B4-BE49-F238E27FC236}">
                <a16:creationId xmlns:a16="http://schemas.microsoft.com/office/drawing/2014/main" id="{67208A42-A20E-EFAE-C4B7-19CD8879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09" y="1793479"/>
            <a:ext cx="3419474" cy="341947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47090994"/>
      </p:ext>
    </p:extLst>
  </p:cSld>
  <p:clrMapOvr>
    <a:masterClrMapping/>
  </p:clrMapOvr>
</p:sld>
</file>

<file path=ppt/theme/theme1.xml><?xml version="1.0" encoding="utf-8"?>
<a:theme xmlns:a="http://schemas.openxmlformats.org/drawingml/2006/main" name="Efeito de Queima de Filme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165</TotalTime>
  <Words>507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Neue Haas Grotesk Text Pro</vt:lpstr>
      <vt:lpstr>Palatino Linotype</vt:lpstr>
      <vt:lpstr>Efeito de Queima de Filme</vt:lpstr>
      <vt:lpstr>Assistente de tecnologia da Informação </vt:lpstr>
      <vt:lpstr>Conhecendo o Equipamento </vt:lpstr>
      <vt:lpstr>Conhecendo o Equipamento (cont.)  </vt:lpstr>
      <vt:lpstr>     Etapas de Configuração Roteador     1.  Ligue a fonte de alimentação do roteador na tomada   2. .  Reset ( Roteador )  3.  Conectar o cabo da internet na porta WAN ( amarelo )  4.  Clique  o cabo TP na porta LAN do roteador ( Preta )  5.  A cesse o navegador  Google Chrome do seu computador   6.   Na barra de endereço digite  o IP: 192.168.0.1 e tecle Enter  </vt:lpstr>
      <vt:lpstr>Tela Inicial do D-Link DIR 610   Bem vindo ao assistente de configuração do roteador D-Link e conexão  com  a  internet  .     Passo 1 :  Configurar sua conexão de internet  .     Passo 2 : Configurar sua  segurança de WI-fi .     Passo 3 :  Defina sua senha  .     Passo 4 : Selecione o seu fuso horário .     passo 5 : Salvar as configurações  .     Clique no botão Próximo                 </vt:lpstr>
      <vt:lpstr>Configuração da rede WI-FI  1.  Dê um nome a sua rede Wi-fi ( 8 a 64 caracteres  )      Exemplo: DLinkZonaViva  2.  Dê a sua rede WI-fi uma senha  ( 8 a 63 caracteres )       Exemplo: zona12345  3. Clique no botão Próximo   </vt:lpstr>
      <vt:lpstr>Configurações da rede  WI-FI ( senha roteador )  1.  Digite a Senha:       Exemplo: zonz1245@  2.  Redigite a senha      Exemplo: zonz1245@  3.  Clique no Botão Próximo  4.  selecione o fuso horário: (GMT 06:00) Brasília   5.  Clique no botão Próximo  6.  Salvar  </vt:lpstr>
      <vt:lpstr>Definição dos  números de Ips ATIVO.   1.   Clique em configuração da rede, defina o intervalo de endereços Ips (DHCP) exemplo: 100 até 203  2.   Salvar configurações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</dc:creator>
  <cp:lastModifiedBy>LABORATÓRIO</cp:lastModifiedBy>
  <cp:revision>2</cp:revision>
  <dcterms:created xsi:type="dcterms:W3CDTF">2026-09-18T17:03:15Z</dcterms:created>
  <dcterms:modified xsi:type="dcterms:W3CDTF">2026-09-18T19:58:55Z</dcterms:modified>
</cp:coreProperties>
</file>