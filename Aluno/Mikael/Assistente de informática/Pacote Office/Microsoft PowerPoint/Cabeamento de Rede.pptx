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48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65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193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334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574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3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1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3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46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26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529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077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279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828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9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58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064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8894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079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991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71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999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689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790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910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73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822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703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FB93F8C-2EC2-4EF2-970E-DA832476C9FB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349908FB-C9AA-4831-A1C9-7699219E861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5B1DBD-3B0F-E91E-1A1F-1EDE70ED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1" y="726832"/>
            <a:ext cx="5893516" cy="2921253"/>
          </a:xfrm>
        </p:spPr>
        <p:txBody>
          <a:bodyPr>
            <a:normAutofit fontScale="90000"/>
          </a:bodyPr>
          <a:lstStyle/>
          <a:p>
            <a:r>
              <a:rPr lang="pt-BR" dirty="0"/>
              <a:t>Cabeamento de Rede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F89640-91FF-1A5E-2B7E-0C8154708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9723" y="1949090"/>
            <a:ext cx="9144000" cy="1655762"/>
          </a:xfrm>
        </p:spPr>
        <p:txBody>
          <a:bodyPr/>
          <a:lstStyle/>
          <a:p>
            <a:pPr algn="r"/>
            <a:r>
              <a:rPr lang="pt-BR" dirty="0"/>
              <a:t>Curso: Assistente de Tecnologias da Informação</a:t>
            </a:r>
          </a:p>
          <a:p>
            <a:pPr algn="r"/>
            <a:r>
              <a:rPr lang="pt-BR" dirty="0"/>
              <a:t>Senac / Cuba Barra do Ceará</a:t>
            </a:r>
          </a:p>
          <a:p>
            <a:pPr algn="r"/>
            <a:r>
              <a:rPr lang="pt-BR" dirty="0"/>
              <a:t>Professor: Olavo</a:t>
            </a:r>
          </a:p>
        </p:txBody>
      </p:sp>
    </p:spTree>
    <p:extLst>
      <p:ext uri="{BB962C8B-B14F-4D97-AF65-F5344CB8AC3E}">
        <p14:creationId xmlns:p14="http://schemas.microsoft.com/office/powerpoint/2010/main" val="3328230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EA572-EDEE-0348-5BDE-799C66F6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 trançado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395306-9CB7-D8E3-379A-E3AE12104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É um tipo de cabo de rede formado por pares de fios de cobre entrelaçados para cancelar interferências eletromagnéticas e ruídos.</a:t>
            </a:r>
          </a:p>
          <a:p>
            <a:r>
              <a:rPr lang="pt-BR" dirty="0"/>
              <a:t>Trançado dos fios: Os pares são torcidos para anular ruídos externos</a:t>
            </a:r>
          </a:p>
          <a:p>
            <a:r>
              <a:rPr lang="pt-BR" dirty="0"/>
              <a:t>Sinal Balanceado: Um fio</a:t>
            </a:r>
          </a:p>
          <a:p>
            <a:pPr marL="0" indent="0">
              <a:buNone/>
            </a:pPr>
            <a:r>
              <a:rPr lang="pt-BR" dirty="0"/>
              <a:t>Carrega o sinal positivo e o</a:t>
            </a:r>
          </a:p>
          <a:p>
            <a:pPr marL="0" indent="0">
              <a:buNone/>
            </a:pPr>
            <a:r>
              <a:rPr lang="pt-BR" dirty="0"/>
              <a:t>Outro negativo(ou referência</a:t>
            </a:r>
          </a:p>
          <a:p>
            <a:pPr marL="0" indent="0">
              <a:buNone/>
            </a:pPr>
            <a:r>
              <a:rPr lang="pt-BR" dirty="0"/>
              <a:t>de terra).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633C27-F9B3-D5D6-A4D7-85DB5F9E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59" y="3856893"/>
            <a:ext cx="5658948" cy="188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6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BFF24-66D6-1922-EFBB-201201A6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categorias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366558-48E8-7408-6502-F95B1BB18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cabo Cat5e (Categoria 5 Aprimorada) é um condutor de rede Ethernet com 4 pares de fios de cobre trançados. Projetado para conexões locais rápidas, estáveis e econômicas</a:t>
            </a:r>
          </a:p>
        </p:txBody>
      </p:sp>
    </p:spTree>
    <p:extLst>
      <p:ext uri="{BB962C8B-B14F-4D97-AF65-F5344CB8AC3E}">
        <p14:creationId xmlns:p14="http://schemas.microsoft.com/office/powerpoint/2010/main" val="1979569073"/>
      </p:ext>
    </p:extLst>
  </p:cSld>
  <p:clrMapOvr>
    <a:masterClrMapping/>
  </p:clrMapOvr>
</p:sld>
</file>

<file path=ppt/theme/theme1.xml><?xml version="1.0" encoding="utf-8"?>
<a:theme xmlns:a="http://schemas.openxmlformats.org/drawingml/2006/main" name="Arco">
  <a:themeElements>
    <a:clrScheme name="Arco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o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</TotalTime>
  <Words>109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Felix Titling</vt:lpstr>
      <vt:lpstr>Goudy Old Style</vt:lpstr>
      <vt:lpstr>Arco</vt:lpstr>
      <vt:lpstr>Cabeamento de Rede  </vt:lpstr>
      <vt:lpstr>Par trançado</vt:lpstr>
      <vt:lpstr>categorias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</dc:creator>
  <cp:lastModifiedBy>LABORATÓRIO</cp:lastModifiedBy>
  <cp:revision>1</cp:revision>
  <dcterms:created xsi:type="dcterms:W3CDTF">2026-09-22T19:25:31Z</dcterms:created>
  <dcterms:modified xsi:type="dcterms:W3CDTF">2026-09-22T19:32:02Z</dcterms:modified>
</cp:coreProperties>
</file>